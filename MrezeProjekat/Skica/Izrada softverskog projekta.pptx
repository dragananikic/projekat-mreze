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80DE"/>
    <a:srgbClr val="8383F5"/>
    <a:srgbClr val="ACFAB0"/>
    <a:srgbClr val="FB9985"/>
    <a:srgbClr val="F96A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AB1A-6EA1-02C6-C395-06AE2CE02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90895-DAC5-246E-9E9F-D41E81956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E6FE4-D695-DC12-2040-DF1D90F3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B68D-278D-D72E-7E98-C23F6ECC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FF3D-E89A-F747-A7A7-2E6FE0B9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76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F9A5-D063-DFDC-1B0D-5D939860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9DCC-A303-5B68-4693-D6C049C83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3C4DB-217C-3D2E-54C2-36B9B114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E0E21-5458-9257-9716-70820509B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E0882-A3F5-3193-4446-97CD6B80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5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275A-6270-112D-B832-58E553B3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152FE-601D-8954-DABA-B49D6969C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9FF83-6792-9192-82F0-5DB3C03C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1F6A3-B425-218E-EABE-A62880A10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13A79-B4BA-AC64-B79E-972C0F6D3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1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3C44-3D5E-9EFC-0A3A-B01C78BF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AF8D1-A21C-A99C-0FBF-644B1F869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B9ACB-9C3F-5CF4-4FE2-59058BF70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0F257-1802-8120-1F24-BD75DE57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B8919-8B76-0EB2-DF74-FF34E109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040F-5A25-F85F-06EE-03410084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4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E0DE-BE14-5E27-5F2C-C24B8DD4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E9859-A926-1682-B666-39BBCCA22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10CA0-ACD6-1E76-72B5-CDD1AFAC9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1ACD9-1478-B590-8A54-6B3067BF49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43809-C398-480F-8F3A-07FAC58BF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F12210-A5AB-86D6-0307-E76DFB1E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785B12-7237-3EEC-130F-CFDB059A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74AFD-208E-9C4B-0E1E-FF13B765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6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33C8-44AD-5D11-0B4A-72019D5B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AC0585-15ED-81D6-C720-DDB9E5D3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5A7B9-53FF-CB60-E42C-DB092FC2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FFB9A-0979-347C-C4BA-E8664349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0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E23C6-F0DD-FF4E-54BE-01465CDB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1ADCB-9118-17BA-B0A6-7702F1DF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D6738-B9AB-1922-592E-D4B90DCF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3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C081-BAB6-E3C5-0865-A3A392F1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571F3-E4F0-749F-29A2-0A823FFBF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CBF71-E283-7677-D125-18E36A50E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A376C-B78F-74B8-7A07-F7E84ADE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141E2-B44B-A3D1-B7C7-B6DD1247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0B69B-4E25-85FF-1039-B7FE9429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3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AAD9-A205-CB56-3C09-D053A8F5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C98CD-F4AB-68D0-5529-D75F7DF03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7B625-B3CA-4C30-207B-A57DBEC93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C8695-79B1-50C3-D735-5F69D0DF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7A273-D0F4-73B4-64AB-AD1D8DAD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D69CE-E028-2707-3B55-4E59F3C6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18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FC703-8F5C-4B05-DAB4-3E144D04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E61BD-C903-DE15-C299-E4BE773C6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D8A72-C501-E664-5C29-AB7BD78D8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149C1-9AA8-5FD5-8804-13131470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34F73-42FF-8707-AA74-7936F457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7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72AE4E-C6B2-0D29-5973-17FD1C03E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A8CD0-95EA-8019-672E-527448FA2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8A18E-5EB4-0FB0-E769-848C3255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CD6BD-D42B-3370-9D82-32B9391B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DEFEB-3894-3449-0A5F-CFF079D0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11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ABBD03-4AA8-0814-A56D-B0CC65B0B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BB49A-6E2D-EC64-3A44-1863906C0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43095-E2D6-A246-5E72-2E86BDBC6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67B6C-5F52-4EE2-A53D-6D8755EA661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BB496-06D4-AE70-C8F0-E14EC16D4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7D1F2-D0EC-4B8B-5922-082729977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6B80E-95A5-48BB-8D87-BF37345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8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CB6547-8701-AA75-20F8-9D5197CCC071}"/>
              </a:ext>
            </a:extLst>
          </p:cNvPr>
          <p:cNvSpPr/>
          <p:nvPr/>
        </p:nvSpPr>
        <p:spPr>
          <a:xfrm>
            <a:off x="3948896" y="1980718"/>
            <a:ext cx="4294207" cy="126453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SERVER (Kolaborativni servis)</a:t>
            </a: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Centralna logika sistema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C23868-546B-CFDA-F2FE-A8745F8D1E08}"/>
              </a:ext>
            </a:extLst>
          </p:cNvPr>
          <p:cNvSpPr/>
          <p:nvPr/>
        </p:nvSpPr>
        <p:spPr>
          <a:xfrm>
            <a:off x="9140140" y="1643605"/>
            <a:ext cx="2704618" cy="1484450"/>
          </a:xfrm>
          <a:prstGeom prst="roundRect">
            <a:avLst/>
          </a:prstGeom>
          <a:solidFill>
            <a:srgbClr val="ACFAB0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u="sng" dirty="0">
                <a:latin typeface="Aptos" panose="020B0004020202020204" pitchFamily="34" charset="0"/>
              </a:rPr>
              <a:t>Zaposleni klijent: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Aptos" panose="020B0004020202020204" pitchFamily="34" charset="0"/>
              </a:rPr>
              <a:t>P</a:t>
            </a:r>
            <a:r>
              <a:rPr lang="en-US" dirty="0">
                <a:latin typeface="Aptos" panose="020B0004020202020204" pitchFamily="34" charset="0"/>
              </a:rPr>
              <a:t>reuzima zadatke</a:t>
            </a:r>
            <a:endParaRPr lang="sr-Latn-R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Aptos" panose="020B0004020202020204" pitchFamily="34" charset="0"/>
              </a:rPr>
              <a:t>Me</a:t>
            </a:r>
            <a:r>
              <a:rPr lang="en-US" dirty="0">
                <a:latin typeface="Aptos" panose="020B0004020202020204" pitchFamily="34" charset="0"/>
              </a:rPr>
              <a:t>nja status</a:t>
            </a:r>
            <a:endParaRPr lang="sr-Latn-R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Aptos" panose="020B0004020202020204" pitchFamily="34" charset="0"/>
              </a:rPr>
              <a:t>Simultani rad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Aptos" panose="020B0004020202020204" pitchFamily="34" charset="0"/>
              </a:rPr>
              <a:t>Šalje komentar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5C01B4-8FCF-3235-7F26-39A573CF52C4}"/>
              </a:ext>
            </a:extLst>
          </p:cNvPr>
          <p:cNvSpPr/>
          <p:nvPr/>
        </p:nvSpPr>
        <p:spPr>
          <a:xfrm>
            <a:off x="347241" y="1643604"/>
            <a:ext cx="2704618" cy="1484451"/>
          </a:xfrm>
          <a:prstGeom prst="roundRect">
            <a:avLst/>
          </a:prstGeom>
          <a:solidFill>
            <a:srgbClr val="FB9985"/>
          </a:solidFill>
          <a:ln>
            <a:solidFill>
              <a:schemeClr val="tx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u="sng" dirty="0">
                <a:latin typeface="Aptos" panose="020B0004020202020204" pitchFamily="34" charset="0"/>
              </a:rPr>
              <a:t>Menadžer klijent: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Prati stanje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Dodaje nove projekte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Menja prioritet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Pregled rokova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8EC01D-6BF6-4A36-94F7-29E8618BA146}"/>
              </a:ext>
            </a:extLst>
          </p:cNvPr>
          <p:cNvSpPr/>
          <p:nvPr/>
        </p:nvSpPr>
        <p:spPr>
          <a:xfrm>
            <a:off x="3036423" y="78130"/>
            <a:ext cx="2704618" cy="1484452"/>
          </a:xfrm>
          <a:prstGeom prst="roundRect">
            <a:avLst/>
          </a:prstGeom>
          <a:solidFill>
            <a:srgbClr val="FB9985"/>
          </a:solidFill>
          <a:ln>
            <a:solidFill>
              <a:schemeClr val="tx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tIns="274320" rtlCol="0" anchor="ctr"/>
          <a:lstStyle/>
          <a:p>
            <a:r>
              <a:rPr lang="en-US" u="sng" dirty="0">
                <a:latin typeface="Aptos" panose="020B0004020202020204" pitchFamily="34" charset="0"/>
              </a:rPr>
              <a:t>Menad</a:t>
            </a:r>
            <a:r>
              <a:rPr lang="sr-Latn-RS" u="sng" dirty="0">
                <a:latin typeface="Aptos" panose="020B0004020202020204" pitchFamily="34" charset="0"/>
              </a:rPr>
              <a:t>žer klijent: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Prati stanje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Dodaje nove projekte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Menja prioritet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Pregled rokova</a:t>
            </a: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u="sng" dirty="0"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5F32A6-3AC5-4AAE-3E9F-E6B9C4651545}"/>
              </a:ext>
            </a:extLst>
          </p:cNvPr>
          <p:cNvSpPr/>
          <p:nvPr/>
        </p:nvSpPr>
        <p:spPr>
          <a:xfrm>
            <a:off x="6450959" y="78130"/>
            <a:ext cx="2704616" cy="1484451"/>
          </a:xfrm>
          <a:prstGeom prst="roundRect">
            <a:avLst/>
          </a:prstGeom>
          <a:solidFill>
            <a:srgbClr val="ACFAB0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274320" rtlCol="0" anchor="ctr"/>
          <a:lstStyle/>
          <a:p>
            <a:r>
              <a:rPr lang="sr-Latn-RS" u="sng" dirty="0">
                <a:latin typeface="Aptos" panose="020B0004020202020204" pitchFamily="34" charset="0"/>
              </a:rPr>
              <a:t>Zaposleni klijent: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P</a:t>
            </a:r>
            <a:r>
              <a:rPr lang="en-US" sz="1600" dirty="0">
                <a:latin typeface="Aptos" panose="020B0004020202020204" pitchFamily="34" charset="0"/>
              </a:rPr>
              <a:t>reuzima zadatke</a:t>
            </a:r>
            <a:endParaRPr lang="sr-Latn-R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Me</a:t>
            </a:r>
            <a:r>
              <a:rPr lang="en-US" sz="1600" dirty="0">
                <a:latin typeface="Aptos" panose="020B0004020202020204" pitchFamily="34" charset="0"/>
              </a:rPr>
              <a:t>nja status</a:t>
            </a:r>
            <a:endParaRPr lang="sr-Latn-R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Simultani rad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latin typeface="Aptos" panose="020B0004020202020204" pitchFamily="34" charset="0"/>
              </a:rPr>
              <a:t>Šalje komentar</a:t>
            </a:r>
            <a:endParaRPr lang="en-US" sz="1600" dirty="0">
              <a:latin typeface="Aptos" panose="020B00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DE6697-95DA-6ABC-AFB8-8FF15F7B63FB}"/>
              </a:ext>
            </a:extLst>
          </p:cNvPr>
          <p:cNvSpPr/>
          <p:nvPr/>
        </p:nvSpPr>
        <p:spPr>
          <a:xfrm>
            <a:off x="2311078" y="3680755"/>
            <a:ext cx="2523281" cy="1264534"/>
          </a:xfrm>
          <a:prstGeom prst="roundRect">
            <a:avLst/>
          </a:prstGeom>
          <a:solidFill>
            <a:srgbClr val="8383F5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UDP</a:t>
            </a:r>
            <a:r>
              <a:rPr lang="sr-Latn-R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: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P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rijava korisnika</a:t>
            </a:r>
            <a:endParaRPr lang="sr-Latn-RS" sz="16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Preuzimanje korisnika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S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lanje TCP porta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383A69-1E45-FE2D-6D04-0F5553C47C0B}"/>
              </a:ext>
            </a:extLst>
          </p:cNvPr>
          <p:cNvSpPr/>
          <p:nvPr/>
        </p:nvSpPr>
        <p:spPr>
          <a:xfrm>
            <a:off x="7357641" y="3680755"/>
            <a:ext cx="2523281" cy="1264534"/>
          </a:xfrm>
          <a:prstGeom prst="roundRect">
            <a:avLst/>
          </a:prstGeom>
          <a:solidFill>
            <a:srgbClr val="8383F5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TCP</a:t>
            </a:r>
            <a:r>
              <a:rPr lang="sr-Latn-R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O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brada zahteva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P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romena st</a:t>
            </a:r>
            <a:r>
              <a:rPr lang="sr-Latn-R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anja sistema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C75B9B-A700-A067-1F72-BEF726B4A033}"/>
              </a:ext>
            </a:extLst>
          </p:cNvPr>
          <p:cNvSpPr/>
          <p:nvPr/>
        </p:nvSpPr>
        <p:spPr>
          <a:xfrm>
            <a:off x="4560423" y="5176777"/>
            <a:ext cx="3071151" cy="1481328"/>
          </a:xfrm>
          <a:prstGeom prst="roundRect">
            <a:avLst/>
          </a:prstGeom>
          <a:solidFill>
            <a:srgbClr val="F880DE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PODACI I OBRADA</a:t>
            </a:r>
            <a:r>
              <a:rPr lang="sr-Latn-R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: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Dictionary&lt;Menadžer, ListaZadataka&gt;</a:t>
            </a:r>
            <a:endParaRPr lang="sr-Latn-RS" sz="16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sr-Latn-R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S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ortiranje po prioritetu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sr-Latn-R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S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lanje odgovora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09F9BB-E68C-2940-3CBF-15C4B12C0D2B}"/>
              </a:ext>
            </a:extLst>
          </p:cNvPr>
          <p:cNvCxnSpPr/>
          <p:nvPr/>
        </p:nvCxnSpPr>
        <p:spPr>
          <a:xfrm>
            <a:off x="4834359" y="1562581"/>
            <a:ext cx="0" cy="4181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D7B8A39-5FA6-A42C-CB8A-8465ED59BD3D}"/>
              </a:ext>
            </a:extLst>
          </p:cNvPr>
          <p:cNvCxnSpPr>
            <a:stCxn id="8" idx="3"/>
            <a:endCxn id="5" idx="0"/>
          </p:cNvCxnSpPr>
          <p:nvPr/>
        </p:nvCxnSpPr>
        <p:spPr>
          <a:xfrm>
            <a:off x="9155575" y="820356"/>
            <a:ext cx="1336874" cy="82324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931222C-4056-79F9-74DF-63F4F13B0AC3}"/>
              </a:ext>
            </a:extLst>
          </p:cNvPr>
          <p:cNvCxnSpPr>
            <a:stCxn id="7" idx="1"/>
            <a:endCxn id="6" idx="0"/>
          </p:cNvCxnSpPr>
          <p:nvPr/>
        </p:nvCxnSpPr>
        <p:spPr>
          <a:xfrm rot="10800000" flipV="1">
            <a:off x="1699551" y="820356"/>
            <a:ext cx="1336873" cy="82324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8488FD-A035-DE71-FDB5-B487F2443564}"/>
              </a:ext>
            </a:extLst>
          </p:cNvPr>
          <p:cNvCxnSpPr/>
          <p:nvPr/>
        </p:nvCxnSpPr>
        <p:spPr>
          <a:xfrm>
            <a:off x="7511970" y="1562581"/>
            <a:ext cx="0" cy="4181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8818030-B8C3-19B2-B7B4-C28D8272CF03}"/>
              </a:ext>
            </a:extLst>
          </p:cNvPr>
          <p:cNvCxnSpPr>
            <a:stCxn id="9" idx="2"/>
            <a:endCxn id="11" idx="1"/>
          </p:cNvCxnSpPr>
          <p:nvPr/>
        </p:nvCxnSpPr>
        <p:spPr>
          <a:xfrm rot="16200000" flipH="1">
            <a:off x="3580495" y="4937513"/>
            <a:ext cx="972152" cy="98770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D5D6A4E1-8D37-782A-8673-EFDE19A82D59}"/>
              </a:ext>
            </a:extLst>
          </p:cNvPr>
          <p:cNvCxnSpPr>
            <a:stCxn id="10" idx="2"/>
            <a:endCxn id="11" idx="3"/>
          </p:cNvCxnSpPr>
          <p:nvPr/>
        </p:nvCxnSpPr>
        <p:spPr>
          <a:xfrm rot="5400000">
            <a:off x="7639352" y="4937511"/>
            <a:ext cx="972152" cy="987708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6AEA50B-50F7-E6FE-4B11-834BAE595FA4}"/>
              </a:ext>
            </a:extLst>
          </p:cNvPr>
          <p:cNvCxnSpPr/>
          <p:nvPr/>
        </p:nvCxnSpPr>
        <p:spPr>
          <a:xfrm>
            <a:off x="4388732" y="3245252"/>
            <a:ext cx="0" cy="4355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FE4192-4673-3A2F-9D4B-79893EA7C468}"/>
              </a:ext>
            </a:extLst>
          </p:cNvPr>
          <p:cNvCxnSpPr/>
          <p:nvPr/>
        </p:nvCxnSpPr>
        <p:spPr>
          <a:xfrm>
            <a:off x="7803267" y="3245252"/>
            <a:ext cx="0" cy="4355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61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Dragana Nikić</dc:creator>
  <cp:lastModifiedBy>Dragana Nikić</cp:lastModifiedBy>
  <cp:revision>1</cp:revision>
  <dcterms:created xsi:type="dcterms:W3CDTF">2026-02-09T02:32:53Z</dcterms:created>
  <dcterms:modified xsi:type="dcterms:W3CDTF">2026-02-09T02:33:43Z</dcterms:modified>
</cp:coreProperties>
</file>